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126F6-804E-44BF-A6C9-E65CA28713E7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B3F6-7C30-4985-851B-A2FA8B4C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66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126F6-804E-44BF-A6C9-E65CA28713E7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B3F6-7C30-4985-851B-A2FA8B4C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803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126F6-804E-44BF-A6C9-E65CA28713E7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B3F6-7C30-4985-851B-A2FA8B4C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51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126F6-804E-44BF-A6C9-E65CA28713E7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B3F6-7C30-4985-851B-A2FA8B4C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419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126F6-804E-44BF-A6C9-E65CA28713E7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B3F6-7C30-4985-851B-A2FA8B4C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46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126F6-804E-44BF-A6C9-E65CA28713E7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B3F6-7C30-4985-851B-A2FA8B4C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608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126F6-804E-44BF-A6C9-E65CA28713E7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B3F6-7C30-4985-851B-A2FA8B4C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810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126F6-804E-44BF-A6C9-E65CA28713E7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B3F6-7C30-4985-851B-A2FA8B4C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50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126F6-804E-44BF-A6C9-E65CA28713E7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B3F6-7C30-4985-851B-A2FA8B4C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049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126F6-804E-44BF-A6C9-E65CA28713E7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B3F6-7C30-4985-851B-A2FA8B4C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0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126F6-804E-44BF-A6C9-E65CA28713E7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B3F6-7C30-4985-851B-A2FA8B4C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514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126F6-804E-44BF-A6C9-E65CA28713E7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BB3F6-7C30-4985-851B-A2FA8B4C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42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583" y="1819132"/>
            <a:ext cx="7351880" cy="16337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009" y="2002876"/>
            <a:ext cx="5422424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921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2020-10-19T06:23:26Z</dcterms:created>
  <dcterms:modified xsi:type="dcterms:W3CDTF">2020-10-19T06:26:23Z</dcterms:modified>
</cp:coreProperties>
</file>